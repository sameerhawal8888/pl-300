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-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BFBE1-58C1-677E-5F98-E8DB2D2855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B71D6E-D46F-6BB1-5B20-A55D937A09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764C9-A381-425D-1FEF-83F4550F2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D58E1-9B4F-4ACB-B98D-ED7706C3E36B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18283-DC3E-CC79-8876-0DAFA3069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7C7DB-4BA0-DF57-3653-1AB184935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9E7DE-CDFB-4C0D-A552-118BD6411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7396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417FC-8228-759D-C8A2-9D8081873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56202-FCA9-28C1-FE6D-C64465336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4B86D-DF5A-DA6C-E0D1-15FCCA14D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D58E1-9B4F-4ACB-B98D-ED7706C3E36B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3057D-388E-DF51-4CE4-8D6177786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BB5A4-0858-6D91-D4B4-BE44B42E1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9E7DE-CDFB-4C0D-A552-118BD6411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753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D8339-E98D-5B2C-C4D7-775CA3780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AEC327-5E03-9E1C-A029-25CAFEFA3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540AB-8CE3-4D6E-0BF2-602DCAE94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D58E1-9B4F-4ACB-B98D-ED7706C3E36B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E4841-5609-1B24-F403-75513CB58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051B0-EF6B-FB2D-2A72-F5D2D7EAB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9E7DE-CDFB-4C0D-A552-118BD6411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0932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EE245-A3F8-4CBE-A9A5-0CE28A330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E05FF-1AF9-8B9B-49B1-ABC0A98F4C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51C299-D7F6-1661-D00D-75313E9C24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1701D-E620-5F39-AC2B-41EA05C4E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D58E1-9B4F-4ACB-B98D-ED7706C3E36B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EA966-2D75-8041-79F8-36497065D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41541F-DB0A-85CE-F02F-CA7605DB4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9E7DE-CDFB-4C0D-A552-118BD6411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3639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9975D-9470-D280-BB6D-69F007CE5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69916E-876B-B97C-005F-7F502C7F1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F86487-C8FA-5C3E-CCF8-5FAA2B38CD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6D3359-3927-5B62-6CE9-14CBAFEE97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962B17-6633-5910-5492-F510896CC8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DD2DF0-8BA9-9763-D0B2-168839F76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D58E1-9B4F-4ACB-B98D-ED7706C3E36B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7E8EA9-9BAF-9429-7242-448A89CE9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DAFA2D-D521-539C-B7EE-46C06FC52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9E7DE-CDFB-4C0D-A552-118BD6411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7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1F9D5-E61D-6D38-0F27-19DA8808D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7C8A99-E2E2-02B6-4421-17AE8F711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D58E1-9B4F-4ACB-B98D-ED7706C3E36B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B1F627-0672-3E78-6A2D-1620B1287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5ED0D-AED5-9CE3-BC80-975BEBE6A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9E7DE-CDFB-4C0D-A552-118BD6411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071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BE737B-90C4-3198-97FB-D1FAA7BF4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D58E1-9B4F-4ACB-B98D-ED7706C3E36B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C1F7F5-0262-896E-2E16-BAD54C2DA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7BD810-C4C2-3D9C-5FF3-79CCFC3D9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9E7DE-CDFB-4C0D-A552-118BD6411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199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58D86-D5E9-7D11-B137-2F3A085F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595E0-E58F-58BB-6158-8661A7CDC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EE4A45-A29D-CE16-71A7-4F3E822597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A7C9B5-E116-F3C8-B3EB-84F5C6611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D58E1-9B4F-4ACB-B98D-ED7706C3E36B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7DDB15-BCCC-213D-CB66-E2A08E516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88CB1B-384C-78DB-F082-75E69DA6D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9E7DE-CDFB-4C0D-A552-118BD6411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327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CFA30-DCD7-EDE4-5FA5-919C7A439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4B02DC-50AF-21AD-45DF-1349F21C7F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5C0FC4-83A5-F353-2383-C14C0E15D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48F80-23DE-A4F8-35E7-E918F671D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D58E1-9B4F-4ACB-B98D-ED7706C3E36B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A98C97-B3A2-8036-D114-C4E90CC1D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B065CB-5FA4-5916-757C-94CF5AFDB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9E7DE-CDFB-4C0D-A552-118BD6411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3193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FA69C-3DF3-6EDF-D558-656B0393F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CA8721-F796-1FE2-FB55-3739F8C111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90E89-AC56-E523-6FBA-C8B2FFFAC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D58E1-9B4F-4ACB-B98D-ED7706C3E36B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DC0F0-1C51-A313-48EE-2BBC86083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E9005-44A1-B533-D092-849E9B2A5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9E7DE-CDFB-4C0D-A552-118BD6411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40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662B11-BC5D-60D9-88D7-3434ECA928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623866-632C-8497-C749-D6902E1075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FAA29-7534-8967-465F-A6C8698FA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D58E1-9B4F-4ACB-B98D-ED7706C3E36B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DCF21-7D08-DC1F-D01F-1AE2CB6F3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80281-DDE8-92BC-7D9D-5AA2BFDAA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9E7DE-CDFB-4C0D-A552-118BD6411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9247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CB1533-1BFB-E25E-F20F-D41E372F9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9FD5A-2D53-F868-CFC2-52FB3C3B9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4E927-6CAD-BCCC-88E1-7A61FAA53F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1D58E1-9B4F-4ACB-B98D-ED7706C3E36B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E343B-A409-A29E-0C35-56E92B059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676DF-2480-C771-DBD6-4B016C913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D9E7DE-CDFB-4C0D-A552-118BD6411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1761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FB7B1787-A9EA-E081-02BD-A5BEEFC6214C}"/>
              </a:ext>
            </a:extLst>
          </p:cNvPr>
          <p:cNvGrpSpPr/>
          <p:nvPr/>
        </p:nvGrpSpPr>
        <p:grpSpPr>
          <a:xfrm>
            <a:off x="-1" y="-14441"/>
            <a:ext cx="12192001" cy="7386487"/>
            <a:chOff x="-1" y="-14441"/>
            <a:chExt cx="12192001" cy="738648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D84AEDE-5B00-6B66-BFF6-6CE81A28FF7F}"/>
                </a:ext>
              </a:extLst>
            </p:cNvPr>
            <p:cNvSpPr/>
            <p:nvPr/>
          </p:nvSpPr>
          <p:spPr>
            <a:xfrm>
              <a:off x="-1" y="514046"/>
              <a:ext cx="12192000" cy="6858000"/>
            </a:xfrm>
            <a:prstGeom prst="rect">
              <a:avLst/>
            </a:prstGeom>
            <a:gradFill flip="none" rotWithShape="1">
              <a:gsLst>
                <a:gs pos="3000">
                  <a:srgbClr val="C00000"/>
                </a:gs>
                <a:gs pos="58000">
                  <a:schemeClr val="tx1">
                    <a:lumMod val="95000"/>
                    <a:lumOff val="5000"/>
                  </a:schemeClr>
                </a:gs>
                <a:gs pos="100000">
                  <a:srgbClr val="C00000"/>
                </a:gs>
              </a:gsLst>
              <a:path path="rect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</a:t>
              </a:r>
              <a:endParaRPr lang="en-IN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F428FEE-D05B-6D62-AA1F-D65E623F390C}"/>
                </a:ext>
              </a:extLst>
            </p:cNvPr>
            <p:cNvSpPr/>
            <p:nvPr/>
          </p:nvSpPr>
          <p:spPr>
            <a:xfrm>
              <a:off x="0" y="0"/>
              <a:ext cx="12192000" cy="65876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0141839D-7547-3A21-3136-03094C032DF4}"/>
                </a:ext>
              </a:extLst>
            </p:cNvPr>
            <p:cNvSpPr/>
            <p:nvPr/>
          </p:nvSpPr>
          <p:spPr>
            <a:xfrm>
              <a:off x="206477" y="875071"/>
              <a:ext cx="1986117" cy="1658579"/>
            </a:xfrm>
            <a:prstGeom prst="roundRect">
              <a:avLst/>
            </a:prstGeom>
            <a:solidFill>
              <a:schemeClr val="bg2">
                <a:lumMod val="75000"/>
                <a:alpha val="95000"/>
              </a:schemeClr>
            </a:solidFill>
            <a:ln>
              <a:noFill/>
            </a:ln>
            <a:effectLst>
              <a:glow rad="63500">
                <a:srgbClr val="FF0000">
                  <a:alpha val="40000"/>
                </a:srgb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DBBCE36-46AF-8920-8329-CAEE1E59E06B}"/>
                </a:ext>
              </a:extLst>
            </p:cNvPr>
            <p:cNvSpPr/>
            <p:nvPr/>
          </p:nvSpPr>
          <p:spPr>
            <a:xfrm>
              <a:off x="158851" y="2749956"/>
              <a:ext cx="2081368" cy="1658580"/>
            </a:xfrm>
            <a:prstGeom prst="roundRect">
              <a:avLst/>
            </a:prstGeom>
            <a:solidFill>
              <a:schemeClr val="bg2">
                <a:lumMod val="75000"/>
                <a:alpha val="95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2F3567B1-6E72-3FB4-AE65-E08D00A82146}"/>
                </a:ext>
              </a:extLst>
            </p:cNvPr>
            <p:cNvSpPr/>
            <p:nvPr/>
          </p:nvSpPr>
          <p:spPr>
            <a:xfrm>
              <a:off x="2558847" y="875070"/>
              <a:ext cx="1892710" cy="1658579"/>
            </a:xfrm>
            <a:prstGeom prst="roundRect">
              <a:avLst/>
            </a:prstGeom>
            <a:solidFill>
              <a:schemeClr val="bg2">
                <a:lumMod val="75000"/>
                <a:alpha val="95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66BA0660-0B09-D17B-2687-AAAC85F16DB5}"/>
                </a:ext>
              </a:extLst>
            </p:cNvPr>
            <p:cNvSpPr/>
            <p:nvPr/>
          </p:nvSpPr>
          <p:spPr>
            <a:xfrm>
              <a:off x="2485719" y="2749960"/>
              <a:ext cx="1965838" cy="1658580"/>
            </a:xfrm>
            <a:prstGeom prst="roundRect">
              <a:avLst/>
            </a:prstGeom>
            <a:solidFill>
              <a:schemeClr val="bg2">
                <a:lumMod val="75000"/>
                <a:alpha val="95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F1E9BE84-E882-E94D-F754-ED5FBB9022AE}"/>
                </a:ext>
              </a:extLst>
            </p:cNvPr>
            <p:cNvSpPr/>
            <p:nvPr/>
          </p:nvSpPr>
          <p:spPr>
            <a:xfrm>
              <a:off x="158851" y="4624849"/>
              <a:ext cx="4394099" cy="1566402"/>
            </a:xfrm>
            <a:prstGeom prst="roundRect">
              <a:avLst/>
            </a:prstGeom>
            <a:solidFill>
              <a:schemeClr val="bg2">
                <a:lumMod val="75000"/>
                <a:alpha val="95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93661F8-EC98-51D8-BDB2-50A53F8C3FED}"/>
                </a:ext>
              </a:extLst>
            </p:cNvPr>
            <p:cNvSpPr txBox="1"/>
            <p:nvPr/>
          </p:nvSpPr>
          <p:spPr>
            <a:xfrm>
              <a:off x="749400" y="144714"/>
              <a:ext cx="32510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miri" panose="00000500000000000000" pitchFamily="2" charset="-78"/>
                  <a:ea typeface="Amiri" panose="00000500000000000000" pitchFamily="2" charset="-78"/>
                  <a:cs typeface="Amiri" panose="00000500000000000000" pitchFamily="2" charset="-78"/>
                </a:rPr>
                <a:t>Engine Performance Control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2150C83-6F1A-C0B1-C14B-921D397B2F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" y="-14441"/>
              <a:ext cx="668594" cy="668594"/>
            </a:xfrm>
            <a:prstGeom prst="rect">
              <a:avLst/>
            </a:prstGeom>
          </p:spPr>
        </p:pic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DBFA721-ADDC-83AC-2287-1323331DB902}"/>
                </a:ext>
              </a:extLst>
            </p:cNvPr>
            <p:cNvCxnSpPr>
              <a:cxnSpLocks/>
            </p:cNvCxnSpPr>
            <p:nvPr/>
          </p:nvCxnSpPr>
          <p:spPr>
            <a:xfrm>
              <a:off x="8023124" y="3966548"/>
              <a:ext cx="3962400" cy="0"/>
            </a:xfrm>
            <a:prstGeom prst="line">
              <a:avLst/>
            </a:prstGeom>
            <a:ln w="101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70FA9877-4D58-F86C-483F-C551CCA39CB4}"/>
                </a:ext>
              </a:extLst>
            </p:cNvPr>
            <p:cNvSpPr/>
            <p:nvPr/>
          </p:nvSpPr>
          <p:spPr>
            <a:xfrm>
              <a:off x="5024288" y="875069"/>
              <a:ext cx="6961235" cy="1658579"/>
            </a:xfrm>
            <a:prstGeom prst="roundRect">
              <a:avLst/>
            </a:prstGeom>
            <a:solidFill>
              <a:schemeClr val="bg2">
                <a:lumMod val="75000"/>
                <a:alpha val="95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06FBEE19-76C7-A3DD-1CC1-49CB49B033F6}"/>
                </a:ext>
              </a:extLst>
            </p:cNvPr>
            <p:cNvSpPr/>
            <p:nvPr/>
          </p:nvSpPr>
          <p:spPr>
            <a:xfrm>
              <a:off x="4929038" y="2749961"/>
              <a:ext cx="3386287" cy="2307814"/>
            </a:xfrm>
            <a:prstGeom prst="roundRect">
              <a:avLst/>
            </a:prstGeom>
            <a:solidFill>
              <a:schemeClr val="bg2">
                <a:lumMod val="75000"/>
                <a:alpha val="95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C83A31AF-952D-00C2-31F6-5761CCF60576}"/>
                </a:ext>
              </a:extLst>
            </p:cNvPr>
            <p:cNvSpPr/>
            <p:nvPr/>
          </p:nvSpPr>
          <p:spPr>
            <a:xfrm>
              <a:off x="8560518" y="2749956"/>
              <a:ext cx="3386287" cy="2307814"/>
            </a:xfrm>
            <a:prstGeom prst="roundRect">
              <a:avLst/>
            </a:prstGeom>
            <a:solidFill>
              <a:schemeClr val="bg2">
                <a:lumMod val="75000"/>
                <a:alpha val="95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3EAD0258-6FE1-810A-434B-A857DBA29FBB}"/>
                </a:ext>
              </a:extLst>
            </p:cNvPr>
            <p:cNvSpPr/>
            <p:nvPr/>
          </p:nvSpPr>
          <p:spPr>
            <a:xfrm>
              <a:off x="4887402" y="5183136"/>
              <a:ext cx="7059403" cy="2000258"/>
            </a:xfrm>
            <a:prstGeom prst="roundRect">
              <a:avLst/>
            </a:prstGeom>
            <a:solidFill>
              <a:schemeClr val="bg2">
                <a:lumMod val="75000"/>
                <a:alpha val="95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187353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Amiri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Sameer Hawal</dc:creator>
  <cp:lastModifiedBy>Sameer Hawal</cp:lastModifiedBy>
  <cp:revision>1</cp:revision>
  <dcterms:created xsi:type="dcterms:W3CDTF">2025-12-23T05:12:13Z</dcterms:created>
  <dcterms:modified xsi:type="dcterms:W3CDTF">2025-12-23T05:13:03Z</dcterms:modified>
</cp:coreProperties>
</file>