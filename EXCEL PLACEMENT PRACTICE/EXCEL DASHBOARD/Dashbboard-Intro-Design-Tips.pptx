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75" r:id="rId4"/>
    <p:sldId id="27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28" autoAdjust="0"/>
    <p:restoredTop sz="94660"/>
  </p:normalViewPr>
  <p:slideViewPr>
    <p:cSldViewPr>
      <p:cViewPr varScale="1">
        <p:scale>
          <a:sx n="67" d="100"/>
          <a:sy n="67" d="100"/>
        </p:scale>
        <p:origin x="-1536" y="-102"/>
      </p:cViewPr>
      <p:guideLst>
        <p:guide orient="horz" pos="2160"/>
        <p:guide pos="56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45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4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6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7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73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8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27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9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7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4F628-406D-463B-A8BC-AAA4527B77A5}" type="datetimeFigureOut">
              <a:rPr lang="en-US" smtClean="0"/>
              <a:t>5/4/2015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B2A54-D5F6-4E2C-9C54-28D5F9AC225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3352800" y="6642100"/>
            <a:ext cx="2743200" cy="15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chemeClr val="bg1">
                    <a:lumMod val="50000"/>
                  </a:schemeClr>
                </a:solidFill>
              </a:rPr>
              <a:t>© www.trumpexcel.com</a:t>
            </a:r>
            <a:endParaRPr lang="en-GB" sz="1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Picture 2" descr="C:\Users\sumit bansal\Desktop\TE Logo.png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9"/>
          <a:stretch/>
        </p:blipFill>
        <p:spPr bwMode="auto">
          <a:xfrm>
            <a:off x="-13126" y="38100"/>
            <a:ext cx="2616626" cy="60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24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86" y="673100"/>
            <a:ext cx="9141628" cy="5803900"/>
            <a:chOff x="1186" y="673100"/>
            <a:chExt cx="9141628" cy="5803900"/>
          </a:xfrm>
        </p:grpSpPr>
        <p:cxnSp>
          <p:nvCxnSpPr>
            <p:cNvPr id="10" name="Straight Connector 9"/>
            <p:cNvCxnSpPr/>
            <p:nvPr/>
          </p:nvCxnSpPr>
          <p:spPr>
            <a:xfrm flipV="1">
              <a:off x="1186" y="673100"/>
              <a:ext cx="8963828" cy="0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178986" y="698500"/>
              <a:ext cx="8963828" cy="0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416715" y="1066800"/>
              <a:ext cx="8310571" cy="5410200"/>
            </a:xfrm>
            <a:prstGeom prst="rect">
              <a:avLst/>
            </a:prstGeom>
            <a:noFill/>
            <a:ln w="158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itchFamily="34" charset="0"/>
                <a:buChar char="•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itchFamily="34" charset="0"/>
                <a:buChar char="•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dirty="0" smtClean="0">
                  <a:solidFill>
                    <a:schemeClr val="tx1"/>
                  </a:solidFill>
                </a:rPr>
                <a:t>What is </a:t>
              </a:r>
              <a:r>
                <a:rPr lang="en-US" smtClean="0">
                  <a:solidFill>
                    <a:schemeClr val="tx1"/>
                  </a:solidFill>
                </a:rPr>
                <a:t>a Dashboard?</a:t>
              </a: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GB" dirty="0">
                  <a:solidFill>
                    <a:schemeClr val="tx1"/>
                  </a:solidFill>
                </a:rPr>
                <a:t>First Steps Towards Building a </a:t>
              </a:r>
              <a:r>
                <a:rPr lang="en-GB" dirty="0" smtClean="0">
                  <a:solidFill>
                    <a:schemeClr val="tx1"/>
                  </a:solidFill>
                </a:rPr>
                <a:t>Dashboard</a:t>
              </a: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dirty="0" smtClean="0">
                  <a:solidFill>
                    <a:schemeClr val="tx1"/>
                  </a:solidFill>
                </a:rPr>
                <a:t>Dashboard Design Tips</a:t>
              </a:r>
            </a:p>
            <a:p>
              <a:pPr marL="285750" indent="-285750">
                <a:buFont typeface="Arial" pitchFamily="34" charset="0"/>
                <a:buChar char="•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itchFamily="34" charset="0"/>
                <a:buChar char="•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itchFamily="34" charset="0"/>
                <a:buChar char="•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05170" y="1168400"/>
              <a:ext cx="6533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Dashboard.. What?</a:t>
              </a:r>
              <a:endParaRPr lang="en-US" b="1" dirty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8351" y="1879600"/>
              <a:ext cx="7987298" cy="449580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Wingdings" pitchFamily="2" charset="2"/>
                <a:buChar char="Ø"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68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86" y="673100"/>
            <a:ext cx="9141628" cy="5803900"/>
            <a:chOff x="1186" y="673100"/>
            <a:chExt cx="9141628" cy="5803900"/>
          </a:xfrm>
        </p:grpSpPr>
        <p:cxnSp>
          <p:nvCxnSpPr>
            <p:cNvPr id="10" name="Straight Connector 9"/>
            <p:cNvCxnSpPr/>
            <p:nvPr/>
          </p:nvCxnSpPr>
          <p:spPr>
            <a:xfrm flipV="1">
              <a:off x="1186" y="673100"/>
              <a:ext cx="8963828" cy="0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178986" y="698500"/>
              <a:ext cx="8963828" cy="0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416715" y="1066800"/>
              <a:ext cx="8310571" cy="5410200"/>
            </a:xfrm>
            <a:prstGeom prst="rect">
              <a:avLst/>
            </a:prstGeom>
            <a:noFill/>
            <a:ln w="158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itchFamily="34" charset="0"/>
                <a:buChar char="•"/>
              </a:pPr>
              <a:endParaRPr lang="en-US" sz="2000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itchFamily="34" charset="0"/>
                <a:buChar char="•"/>
              </a:pPr>
              <a:endParaRPr lang="en-US" sz="2000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itchFamily="34" charset="0"/>
                <a:buChar char="•"/>
              </a:pPr>
              <a:endParaRPr lang="en-US" sz="2000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chemeClr val="tx1"/>
                  </a:solidFill>
                </a:rPr>
                <a:t>A </a:t>
              </a:r>
              <a:r>
                <a:rPr lang="en-US" sz="2000" dirty="0">
                  <a:solidFill>
                    <a:schemeClr val="tx1"/>
                  </a:solidFill>
                </a:rPr>
                <a:t>dashboard is a visual display of the most important information needed to achieve one or more objectives; consolidated and arranged on a single screen so the information can be monitored at a glance – </a:t>
              </a:r>
              <a:r>
                <a:rPr lang="en-US" sz="2000" i="1" dirty="0">
                  <a:solidFill>
                    <a:schemeClr val="tx1"/>
                  </a:solidFill>
                </a:rPr>
                <a:t>Stephen Few </a:t>
              </a:r>
              <a:r>
                <a:rPr lang="en-US" sz="2000" i="1" dirty="0" smtClean="0">
                  <a:solidFill>
                    <a:schemeClr val="tx1"/>
                  </a:solidFill>
                </a:rPr>
                <a:t>(Data Visualization </a:t>
              </a:r>
              <a:r>
                <a:rPr lang="en-US" sz="2000" i="1" dirty="0">
                  <a:solidFill>
                    <a:schemeClr val="tx1"/>
                  </a:solidFill>
                </a:rPr>
                <a:t>Expert)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05170" y="1168400"/>
              <a:ext cx="6533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Dashboard….What?</a:t>
              </a:r>
              <a:endParaRPr lang="en-US" b="1" dirty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8351" y="1879600"/>
              <a:ext cx="7987298" cy="449580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Wingdings" pitchFamily="2" charset="2"/>
                <a:buChar char="Ø"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828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86" y="673100"/>
            <a:ext cx="9141628" cy="5803900"/>
            <a:chOff x="1186" y="673100"/>
            <a:chExt cx="9141628" cy="5803900"/>
          </a:xfrm>
        </p:grpSpPr>
        <p:cxnSp>
          <p:nvCxnSpPr>
            <p:cNvPr id="10" name="Straight Connector 9"/>
            <p:cNvCxnSpPr/>
            <p:nvPr/>
          </p:nvCxnSpPr>
          <p:spPr>
            <a:xfrm flipV="1">
              <a:off x="1186" y="673100"/>
              <a:ext cx="8963828" cy="0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178986" y="698500"/>
              <a:ext cx="8963828" cy="0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416715" y="1066800"/>
              <a:ext cx="8310571" cy="5410200"/>
            </a:xfrm>
            <a:prstGeom prst="rect">
              <a:avLst/>
            </a:prstGeom>
            <a:noFill/>
            <a:ln w="158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itchFamily="34" charset="0"/>
                <a:buChar char="•"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05170" y="1168400"/>
              <a:ext cx="6533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First Steps Towards Building a Dashboard</a:t>
              </a:r>
              <a:endParaRPr lang="en-US" b="1" dirty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8351" y="1879600"/>
              <a:ext cx="7987298" cy="449580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chemeClr val="tx1"/>
                  </a:solidFill>
                </a:rPr>
                <a:t>Gather Requirement</a:t>
              </a: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chemeClr val="tx1"/>
                  </a:solidFill>
                </a:rPr>
                <a:t>Overarching Message (s)</a:t>
              </a: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chemeClr val="tx1"/>
                  </a:solidFill>
                </a:rPr>
                <a:t>Know your Audience</a:t>
              </a: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chemeClr val="tx1"/>
                  </a:solidFill>
                </a:rPr>
                <a:t>Get Familiar with the data</a:t>
              </a: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2000" dirty="0">
                  <a:solidFill>
                    <a:schemeClr val="tx1"/>
                  </a:solidFill>
                </a:rPr>
                <a:t>Must-have Vs. Good-to-have</a:t>
              </a:r>
            </a:p>
            <a:p>
              <a:pPr marL="285750" indent="-285750">
                <a:buFont typeface="Arial" pitchFamily="34" charset="0"/>
                <a:buChar char="•"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448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86" y="673100"/>
            <a:ext cx="9141628" cy="5803900"/>
            <a:chOff x="1186" y="673100"/>
            <a:chExt cx="9141628" cy="5803900"/>
          </a:xfrm>
        </p:grpSpPr>
        <p:cxnSp>
          <p:nvCxnSpPr>
            <p:cNvPr id="10" name="Straight Connector 9"/>
            <p:cNvCxnSpPr/>
            <p:nvPr/>
          </p:nvCxnSpPr>
          <p:spPr>
            <a:xfrm flipV="1">
              <a:off x="1186" y="673100"/>
              <a:ext cx="8963828" cy="0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178986" y="698500"/>
              <a:ext cx="8963828" cy="0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416715" y="1066800"/>
              <a:ext cx="8310571" cy="5410200"/>
            </a:xfrm>
            <a:prstGeom prst="rect">
              <a:avLst/>
            </a:prstGeom>
            <a:noFill/>
            <a:ln w="158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itchFamily="34" charset="0"/>
                <a:buChar char="•"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05170" y="1168400"/>
              <a:ext cx="6533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Dashboard Design Tips</a:t>
              </a:r>
              <a:endParaRPr lang="en-US" b="1" dirty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8351" y="1879600"/>
              <a:ext cx="7987298" cy="449580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Ø"/>
              </a:pPr>
              <a:endParaRPr lang="en-US" dirty="0" smtClean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chemeClr val="tx1"/>
                  </a:solidFill>
                </a:rPr>
                <a:t>Keep it Simple.. And then simplify further</a:t>
              </a: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chemeClr val="tx1"/>
                  </a:solidFill>
                </a:rPr>
                <a:t>Avoid Gaudy Colors and Extra Formatting</a:t>
              </a: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chemeClr val="tx1"/>
                  </a:solidFill>
                </a:rPr>
                <a:t>Target a One page/screen dashboard</a:t>
              </a:r>
              <a:endParaRPr lang="en-US" sz="2000" dirty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2000" dirty="0" smtClean="0">
                  <a:solidFill>
                    <a:schemeClr val="tx1"/>
                  </a:solidFill>
                </a:rPr>
                <a:t>Format numbers to increase readability</a:t>
              </a:r>
            </a:p>
            <a:p>
              <a:pPr marL="285750" indent="-285750">
                <a:lnSpc>
                  <a:spcPct val="200000"/>
                </a:lnSpc>
                <a:buFont typeface="Arial" pitchFamily="34" charset="0"/>
                <a:buChar char="•"/>
              </a:pPr>
              <a:r>
                <a:rPr lang="en-US" sz="4400" b="1" dirty="0" smtClean="0">
                  <a:solidFill>
                    <a:schemeClr val="tx1"/>
                  </a:solidFill>
                </a:rPr>
                <a:t>SIMPLIFY</a:t>
              </a:r>
            </a:p>
            <a:p>
              <a:pPr marL="285750" indent="-285750">
                <a:buFont typeface="Arial" pitchFamily="34" charset="0"/>
                <a:buChar char="•"/>
              </a:pPr>
              <a:endParaRPr lang="en-US" sz="2000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80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14707</TotalTime>
  <Words>118</Words>
  <Application>Microsoft Office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IBM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IBM_USER</dc:creator>
  <cp:lastModifiedBy>sumit bansal</cp:lastModifiedBy>
  <cp:revision>353</cp:revision>
  <dcterms:created xsi:type="dcterms:W3CDTF">2013-06-02T05:12:36Z</dcterms:created>
  <dcterms:modified xsi:type="dcterms:W3CDTF">2015-05-04T15:24:49Z</dcterms:modified>
</cp:coreProperties>
</file>